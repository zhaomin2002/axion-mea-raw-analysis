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3" r:id="rId4"/>
    <p:sldId id="264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9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4005C-2160-D01E-0A3B-62588D5FC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E3BE41E-9727-ACAD-D371-6C6B54D6C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EBAE89-7554-1C12-F943-A8217810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F042C-DF34-4C1F-8351-71DE164433D3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C463A2-242A-B82C-5BF5-C88684C67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E4026D-458E-9D5B-0DB2-4F779B03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06C7-EEC2-43BD-9685-8839220BA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99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5A0BEF-2269-41CB-5CFA-33385E55C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B05762-DEA2-0CC2-5A1C-179C725B9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0EE6C3-0DD1-37D0-D738-5A50791F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F042C-DF34-4C1F-8351-71DE164433D3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F7548B-2C51-87C2-2FEB-C2010AF95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1F31C0-40E5-46E7-23A4-B8B63219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06C7-EEC2-43BD-9685-8839220BA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14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2D51B-EBD7-9A35-8C76-7C095B414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94032A-9426-EBA5-DB66-5F48BAF31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045A97-3D5D-0B58-F8F3-08C5D2094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F042C-DF34-4C1F-8351-71DE164433D3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93529-69F2-7FBE-3213-1F77CD06E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6FFC56-8D1C-AE9C-481C-FD3E4B4B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06C7-EEC2-43BD-9685-8839220BA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54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31D39-B130-B5D3-8F96-A29F3BB6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A80E91-CEDF-955C-9DFE-0890178D44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128F4C-7E53-F4FF-9193-D7CA370D8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CD2D76-E5E7-1516-5641-5A66858EA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F042C-DF34-4C1F-8351-71DE164433D3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F24BE1-62B0-ABF3-C66C-12BAC685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F87DB6-2F2D-E494-AA22-31E902F1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06C7-EEC2-43BD-9685-8839220BA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203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0C5C9-7105-2526-BA78-E0DF1280C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F06338-960D-DC1B-83EB-FE6E9F769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FD6DEC-9C09-1783-E6FE-BB85683CF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DFB739E-0C37-99F3-BBA3-CB2E5FEA5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CB6942-B2DF-35ED-C366-4FD80EE47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149978-45A3-6D76-37AE-7DA6BDF92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F042C-DF34-4C1F-8351-71DE164433D3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7CDBFE-9C61-E403-AA42-97FE476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74C8A2-CC39-F9A0-DEC1-E8C7E7978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06C7-EEC2-43BD-9685-8839220BA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66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645011-9EF8-CF4F-8A45-96FDAFC1F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AD29DA6-D805-AD78-D94B-9D3C8912D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F042C-DF34-4C1F-8351-71DE164433D3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102721-3D43-806B-B87F-75248D8E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C6FBB3-966C-FF8F-7AB2-E6D2F8C1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06C7-EEC2-43BD-9685-8839220BA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597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10C533-AA99-1E6F-B551-4C2EC27B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F042C-DF34-4C1F-8351-71DE164433D3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B6F86F3-071A-F1DA-2097-C38BA0E30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CCB756-FB25-AC84-A116-A9052F383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06C7-EEC2-43BD-9685-8839220BA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7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160D9-493C-597A-F9D8-6B2C9FF76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8852DE-9E81-679C-6ADC-4FDF6B848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358B31-F168-155A-5914-C09AAB077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9706FF-9976-81F6-5E24-E68EA008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F042C-DF34-4C1F-8351-71DE164433D3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21C5ED-132B-E25D-6D9B-BE5644F11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43DA56-7492-C690-B5DF-BDD6C26B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06C7-EEC2-43BD-9685-8839220BA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0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AC86C2-96EC-50DE-281D-4A45D3B7A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FC634E-DCDD-1E84-773D-50FC847B9E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BE6CA-88DA-DBD9-868E-6939D425C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D09B63-028F-1C52-0842-B3D6ACE59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F042C-DF34-4C1F-8351-71DE164433D3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A65E81-D483-B3AF-F92B-F75E7E7E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6D8323-27A0-DF2F-5D10-BBCF2E8A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06C7-EEC2-43BD-9685-8839220BA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507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7C898-82BB-86F9-80CB-F65C6DB61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55ACAA-B31E-A677-2B44-A6BAEBA30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673C42-3B7B-8782-56AC-A2331531A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F042C-DF34-4C1F-8351-71DE164433D3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1A6459-44A8-D8E3-4E44-FDD0CFC8E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A09F49-FD30-D4D4-E230-F5DE53F58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06C7-EEC2-43BD-9685-8839220BA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34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918F9F0-BD34-232B-7229-6A4EFCB129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C5ECC3-F4B8-727F-F6CC-14A5BB2B0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968FD2-2D41-6C42-9E3A-A0AF852AE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F042C-DF34-4C1F-8351-71DE164433D3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ED3A6C-2BF5-78BC-F252-B28E024C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51BAFE-CB51-2BBC-1F09-8F9084B87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06C7-EEC2-43BD-9685-8839220BA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685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FCAA2E-C81C-78C1-C61A-21B42BBF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79AD25-AB12-DE45-26CA-CC742636C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043622-5782-3572-C92A-BA79BEED9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F042C-DF34-4C1F-8351-71DE164433D3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FB1201-A5A3-8ADA-4449-67B9741A3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FF76A1-7C52-212D-8161-BB848D7FD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CE06C7-EEC2-43BD-9685-8839220BA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67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91C2C-56E4-031B-F845-D04EE18FC5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MEA analysis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CC4A15-093D-A50A-F304-60EEA11330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                                          ---</a:t>
            </a:r>
            <a:r>
              <a:rPr lang="nb-NO" altLang="zh-CN" dirty="0"/>
              <a:t>Plate 1 4014 </a:t>
            </a:r>
          </a:p>
          <a:p>
            <a:r>
              <a:rPr lang="nb-NO" altLang="zh-CN" dirty="0"/>
              <a:t>         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3600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028FC8B-0FB3-67B2-1109-40EDDC6B61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156"/>
          <a:stretch/>
        </p:blipFill>
        <p:spPr>
          <a:xfrm>
            <a:off x="5232198" y="2739132"/>
            <a:ext cx="6592667" cy="411886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2CB630E-6B48-9CAF-2677-40B8B6709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23" y="613044"/>
            <a:ext cx="10446353" cy="115721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90E6B38-8B09-A9F7-3248-D3BF10CB1E56}"/>
              </a:ext>
            </a:extLst>
          </p:cNvPr>
          <p:cNvSpPr/>
          <p:nvPr/>
        </p:nvSpPr>
        <p:spPr>
          <a:xfrm>
            <a:off x="4594303" y="1040780"/>
            <a:ext cx="2185639" cy="185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058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A132-734F-3253-2F7B-26D842AA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041E758-8536-B881-F974-3D7BB045D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71" y="1457093"/>
            <a:ext cx="5018987" cy="378191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EA30DA7-BFC1-6218-32AB-8B4E547DF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57092"/>
            <a:ext cx="5018987" cy="386040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DC62DCC-637D-B359-A579-9E4A406D0DB5}"/>
              </a:ext>
            </a:extLst>
          </p:cNvPr>
          <p:cNvSpPr txBox="1"/>
          <p:nvPr/>
        </p:nvSpPr>
        <p:spPr>
          <a:xfrm>
            <a:off x="267629" y="2390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altLang="zh-CN" b="1" dirty="0"/>
              <a:t>Plate 1 4014 01 25 2023(000)</a:t>
            </a:r>
          </a:p>
        </p:txBody>
      </p:sp>
    </p:spTree>
    <p:extLst>
      <p:ext uri="{BB962C8B-B14F-4D97-AF65-F5344CB8AC3E}">
        <p14:creationId xmlns:p14="http://schemas.microsoft.com/office/powerpoint/2010/main" val="3273370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80B08-1F75-2791-4039-E7EB9BFEB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150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7F9CC6-B337-911E-6CA8-51939B64D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A0867A3-FD0B-8206-B2AB-FB7F6D3D8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86" y="198120"/>
            <a:ext cx="3632047" cy="27736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1E51205-B6D1-E694-B1D7-590091B24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927" y="198120"/>
            <a:ext cx="4349454" cy="2880360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677809EF-C5B1-B589-C3A5-882E92C476B3}"/>
              </a:ext>
            </a:extLst>
          </p:cNvPr>
          <p:cNvSpPr/>
          <p:nvPr/>
        </p:nvSpPr>
        <p:spPr>
          <a:xfrm>
            <a:off x="4962734" y="1295400"/>
            <a:ext cx="815340" cy="41148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1D84C8CD-799B-931B-EE27-E9E68AA306C2}"/>
              </a:ext>
            </a:extLst>
          </p:cNvPr>
          <p:cNvSpPr/>
          <p:nvPr/>
        </p:nvSpPr>
        <p:spPr>
          <a:xfrm rot="7515624">
            <a:off x="7601864" y="3802381"/>
            <a:ext cx="815340" cy="41148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705A56E-0084-2D4C-F98E-026351512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620" y="3397406"/>
            <a:ext cx="4926461" cy="326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66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E3EB2F-2244-C0F1-ED99-2C5CE62B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C7ECD1D-7DE9-B1DC-F5B8-08D5A1212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290" y="3494049"/>
            <a:ext cx="4081085" cy="29189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69B6AE7-526D-9D84-BB5E-D1E7247A54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81"/>
          <a:stretch/>
        </p:blipFill>
        <p:spPr>
          <a:xfrm>
            <a:off x="401444" y="510055"/>
            <a:ext cx="5865541" cy="3133419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CD58C7B8-AC03-CB4C-EDCA-1538D38DFD47}"/>
              </a:ext>
            </a:extLst>
          </p:cNvPr>
          <p:cNvSpPr/>
          <p:nvPr/>
        </p:nvSpPr>
        <p:spPr>
          <a:xfrm rot="2377311">
            <a:off x="5698927" y="2942992"/>
            <a:ext cx="847493" cy="66349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89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80A1CD3-1906-FEC2-5B34-2F7DDFB6F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1"/>
          <a:stretch/>
        </p:blipFill>
        <p:spPr>
          <a:xfrm>
            <a:off x="1827531" y="4153964"/>
            <a:ext cx="3154866" cy="242897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F703508-A5CD-B3DB-30F4-0840534E3554}"/>
              </a:ext>
            </a:extLst>
          </p:cNvPr>
          <p:cNvSpPr txBox="1"/>
          <p:nvPr/>
        </p:nvSpPr>
        <p:spPr>
          <a:xfrm>
            <a:off x="155432" y="90399"/>
            <a:ext cx="40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LFP(1-100Hz)  1/f analysis:     </a:t>
            </a:r>
            <a:r>
              <a:rPr lang="en-US" altLang="zh-CN" dirty="0" err="1"/>
              <a:t>fooof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AC80B9-526E-2C6D-214E-87000E67A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397" y="723218"/>
            <a:ext cx="3470231" cy="28767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BAA3481-EF6A-AB7B-0723-3164581DE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25" y="967032"/>
            <a:ext cx="4775763" cy="231029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33FB0A5-6C5F-CF5E-B99F-80B02BA62B89}"/>
              </a:ext>
            </a:extLst>
          </p:cNvPr>
          <p:cNvSpPr txBox="1"/>
          <p:nvPr/>
        </p:nvSpPr>
        <p:spPr>
          <a:xfrm>
            <a:off x="2203539" y="3784631"/>
            <a:ext cx="2778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FOOOF Fitted PSD: 7889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9734C99-6EE5-774A-FE7E-F6F6AF9BFD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2"/>
          <a:stretch/>
        </p:blipFill>
        <p:spPr>
          <a:xfrm>
            <a:off x="5197337" y="4153963"/>
            <a:ext cx="3154866" cy="243724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D2CB390-4AA6-3F1A-D34C-5C6E8B01AA1D}"/>
              </a:ext>
            </a:extLst>
          </p:cNvPr>
          <p:cNvSpPr txBox="1"/>
          <p:nvPr/>
        </p:nvSpPr>
        <p:spPr>
          <a:xfrm>
            <a:off x="5470846" y="3784631"/>
            <a:ext cx="2778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FOOOF Fitted PSD: P4C4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2541898-0FF1-E5DD-E950-73C78050B3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3" b="-1"/>
          <a:stretch/>
        </p:blipFill>
        <p:spPr>
          <a:xfrm>
            <a:off x="8740785" y="4145686"/>
            <a:ext cx="3139574" cy="243724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7EFCBACB-072E-7AB2-E8F0-17345BD60AE3}"/>
              </a:ext>
            </a:extLst>
          </p:cNvPr>
          <p:cNvSpPr txBox="1"/>
          <p:nvPr/>
        </p:nvSpPr>
        <p:spPr>
          <a:xfrm>
            <a:off x="9035519" y="3784631"/>
            <a:ext cx="2778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FOOOF Fitted PSD: P1153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8214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A0E3271-9607-9F36-A267-DB677C32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D049182-3A87-15BA-9F1D-C3338EEFEC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394"/>
          <a:stretch/>
        </p:blipFill>
        <p:spPr>
          <a:xfrm>
            <a:off x="691376" y="1210305"/>
            <a:ext cx="4419484" cy="156909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0AE5BCE-7857-B489-1948-F49AE2435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2" y="3181599"/>
            <a:ext cx="5841391" cy="35100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5014A4D-1EB1-89CB-180D-B921D29C1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486" y="1018478"/>
            <a:ext cx="5883978" cy="456635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282A61F-2C70-2D2A-4338-F30D455A3FAC}"/>
              </a:ext>
            </a:extLst>
          </p:cNvPr>
          <p:cNvSpPr txBox="1"/>
          <p:nvPr/>
        </p:nvSpPr>
        <p:spPr>
          <a:xfrm>
            <a:off x="155432" y="90399"/>
            <a:ext cx="40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LFP(1-100Hz)  1/f analysis:     </a:t>
            </a:r>
            <a:r>
              <a:rPr lang="en-US" altLang="zh-CN" dirty="0" err="1"/>
              <a:t>fooof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5834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C843E62-0B4F-F707-8924-A8C93CA3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45A7BA57-99DE-DAD1-5A75-5720E6C3941C}"/>
              </a:ext>
            </a:extLst>
          </p:cNvPr>
          <p:cNvSpPr txBox="1"/>
          <p:nvPr/>
        </p:nvSpPr>
        <p:spPr>
          <a:xfrm>
            <a:off x="155432" y="90399"/>
            <a:ext cx="6565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Gama signal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03CF7F-CEE5-75FF-7F26-0C42912C9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062" y="1389297"/>
            <a:ext cx="6645292" cy="436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88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6329</TotalTime>
  <Words>52</Words>
  <Application>Microsoft Office PowerPoint</Application>
  <PresentationFormat>宽屏</PresentationFormat>
  <Paragraphs>10</Paragraphs>
  <Slides>9</Slides>
  <Notes>0</Notes>
  <HiddenSlides>5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MEA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Yubo Wang</dc:creator>
  <cp:lastModifiedBy>Yubo Wang</cp:lastModifiedBy>
  <cp:revision>5</cp:revision>
  <dcterms:created xsi:type="dcterms:W3CDTF">2024-11-26T02:07:15Z</dcterms:created>
  <dcterms:modified xsi:type="dcterms:W3CDTF">2024-12-07T02:13:57Z</dcterms:modified>
</cp:coreProperties>
</file>